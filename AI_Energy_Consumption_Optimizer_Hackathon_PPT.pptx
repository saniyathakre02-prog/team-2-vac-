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Project: AI Energy Consumption Optimizer</a:t>
            </a:r>
          </a:p>
          <a:p>
            <a:pPr>
              <a:defRPr sz="2200"/>
            </a:pPr>
            <a:r>
              <a:t>Team Name: EcoAI Innovators</a:t>
            </a:r>
          </a:p>
          <a:p>
            <a:pPr>
              <a:defRPr sz="2200"/>
            </a:pPr>
            <a:r>
              <a:t>Team Leader: __________</a:t>
            </a:r>
          </a:p>
          <a:p>
            <a:pPr>
              <a:defRPr sz="2200"/>
            </a:pPr>
            <a:r>
              <a:t>Members: __________</a:t>
            </a:r>
          </a:p>
          <a:p>
            <a:pPr>
              <a:defRPr sz="2200"/>
            </a:pPr>
            <a:r>
              <a:t>AI Domain: Energy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Problem: High electricity wastage due to lack of monitoring.</a:t>
            </a:r>
          </a:p>
          <a:p>
            <a:pPr>
              <a:defRPr sz="2200"/>
            </a:pPr>
            <a:r>
              <a:t>Who: Homes, colleges, offices, industries.</a:t>
            </a:r>
          </a:p>
          <a:p>
            <a:pPr>
              <a:defRPr sz="2200"/>
            </a:pPr>
            <a:r>
              <a:t>Where: Buildings using electricity.</a:t>
            </a:r>
          </a:p>
          <a:p>
            <a:pPr>
              <a:defRPr sz="2200"/>
            </a:pPr>
            <a:r>
              <a:t>Pain points: High bills, energy waste, carbon emissions.</a:t>
            </a:r>
          </a:p>
          <a:p>
            <a:pPr>
              <a:defRPr sz="2200"/>
            </a:pPr>
            <a:r>
              <a:t>AI analyzes usage and suggests savings.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Problem?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Important: Saves energy and money.</a:t>
            </a:r>
          </a:p>
          <a:p>
            <a:pPr>
              <a:defRPr sz="2200"/>
            </a:pPr>
            <a:r>
              <a:t>Beneficiaries: Consumers, businesses, environment.</a:t>
            </a:r>
          </a:p>
          <a:p>
            <a:pPr>
              <a:defRPr sz="2200"/>
            </a:pPr>
            <a:r>
              <a:t>Why AI: Predicts usage, detects anomalies, gives recommendations.</a:t>
            </a:r>
          </a:p>
          <a:p>
            <a:pPr>
              <a:defRPr sz="2200"/>
            </a:pPr>
            <a:r>
              <a:t>Impact: Lower bills, greener future.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Market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Open-source AI: Free</a:t>
            </a:r>
          </a:p>
          <a:p>
            <a:pPr>
              <a:defRPr sz="2200"/>
            </a:pPr>
            <a:r>
              <a:t>Python &amp; VS Code: Free</a:t>
            </a:r>
          </a:p>
          <a:p>
            <a:pPr>
              <a:defRPr sz="2200"/>
            </a:pPr>
            <a:r>
              <a:t>Cloud hosting: ~₹500/month</a:t>
            </a:r>
          </a:p>
          <a:p>
            <a:pPr>
              <a:defRPr sz="2200"/>
            </a:pPr>
            <a:r>
              <a:t>Optional smart meter: ~₹2,000</a:t>
            </a:r>
          </a:p>
          <a:p>
            <a:pPr>
              <a:defRPr sz="2200"/>
            </a:pPr>
            <a:r>
              <a:t>Prototype cost: ₹0–₹2,000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